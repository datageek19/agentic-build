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F0997-CE58-45EA-8E50-1AD6DA950463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6B0B4-A349-4F59-80DF-BE0951AD4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0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17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468880"/>
            <a:ext cx="1417320" cy="82296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464040" y="2926080"/>
            <a:ext cx="1417320" cy="36576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64040" y="3291840"/>
            <a:ext cx="0" cy="146304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2668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26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61320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613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0" y="4434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79992" y="2907792"/>
            <a:ext cx="768096" cy="7680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79992" y="29077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SEMANTIC VIEWS IN SNOWFLAKE CORTEX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Domain Modeling to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Analytics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playbook: from a monolithic semantic model to a domain-decomposed,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agent-orchestrated architecture on Cortex Analyst and Cortex Search.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Ravi E. Anand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Analyst &amp; Cortex Search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Semantic Model Stops Scaling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545336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semantic model spanning dozens of tables and hundreds of columns becomes difficult to govern and extend.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350008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business domains (sales, product, finance) have separate owners and separate vocabularies.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cannot execute joins across two separate semantic views.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959352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Users ask both structured questions (“how much / how many”) and semi-structured questions (“what does the policy say”).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764024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needs to scale to more domains without repeating this pain.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52360" y="160020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0" y="22860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we modularize semantic models while still answering cross-domain business questions?”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Agent-Orchestrated Query Routing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0" y="1600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70048" y="16002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49040" y="1984248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0" y="211226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70048" y="2112264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9040" y="2496312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262432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70048" y="262432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3008376"/>
            <a:ext cx="0" cy="7681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71700" y="3085186"/>
            <a:ext cx="315468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71700" y="3085186"/>
            <a:ext cx="0" cy="5120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26380" y="3085186"/>
            <a:ext cx="0" cy="5120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13639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3136392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86200" y="313639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95928" y="3136392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171700" y="3520440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26380" y="3520440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" y="3648456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" y="3648456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(direct)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86200" y="3648456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95928" y="3648456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71700" y="4032504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26380" y="4032504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171700" y="4096512"/>
            <a:ext cx="315468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49040" y="4096512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0" y="41605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70048" y="416052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Logic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749040" y="4544568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60320" y="467258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70048" y="4672584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749040" y="5056632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1520" y="51846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41248" y="5184648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886200" y="51846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95928" y="5184648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Tables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611880" y="5376672"/>
            <a:ext cx="27432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52360" y="1600200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26680" y="2276856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36992" y="215798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inspects the question and decides how to answer it.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726680" y="3209544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936992" y="30906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 route directly to Cortex Analyst.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26680" y="4142232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936992" y="4023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questions first retrieve context via Cortex Search, then hand that context to Analyst.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726680" y="507492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36992" y="495604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generates SQL against the correct Semantic View, which reads the underlying Snowflake tables.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Before: One Monolithic Semantic View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B8B4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SINGLE SEMANTIC 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2888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42616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97096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06824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61304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71032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8408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32888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42616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97096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06824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61304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71032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8408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32888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42616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97096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06824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TAXES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61304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71032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8408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32888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642616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97096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06824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PRICE_LISTS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61304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71032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68680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8408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532888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642616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197096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306824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61304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71032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more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589520" y="160020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86384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LARGE, GROWING MODEL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863840" y="24231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86384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321040" y="23500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 as the domain grows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3840" y="317296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863840" y="3172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321040" y="30998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business areas mixed in one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92277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63840" y="3922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321040" y="384962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 boundary per team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863840" y="4672584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863840" y="4672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321040" y="45994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degrades with schema size — more tables &amp; deeper joins increase timeout and error risk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Breaking Into Subdomain Semantic Views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Sales 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tables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Orders · Customers · Invoices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questions: revenue, customers, order trends.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Product 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tables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Inventory · Suppliers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99432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supply questions: stock levels, sourcing, pricing.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84464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84464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67344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Finance 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67344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tables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67344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Returns · Taxes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67344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questions: payments, refunds, tax treatment.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3756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3756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3989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 domain ownership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2648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648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2881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Smaller reasoning context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1540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1540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1773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cycles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 Cannot Join Across Semantic Views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30723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Sales SV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Customers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21040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30768" y="1691640"/>
            <a:ext cx="30723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SV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Category, Stock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32120" y="2148840"/>
            <a:ext cx="1097280" cy="10972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32120" y="2148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0" y="3337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cross-view join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80760" y="3657600"/>
            <a:ext cx="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4114800"/>
            <a:ext cx="77724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14600" y="431596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14600" y="47731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24912" y="46542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Semantic View — duplicates the minimum set of cross-domain tables so one view can answer cross-domain questions without a live cross-view join.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14600" y="52303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24912" y="51114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— the router recognizes cross-domain questions and directs them to the integration view instead of a single-domain view.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14600" y="56875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24912" y="55686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 — pure single-domain questions still route to their own lightweight, purpose-built semantic view.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 — Step by Step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15568" y="1572768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6736" y="1572768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natural-language question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0664" y="2011680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15568" y="2157984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6736" y="2157984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detects intent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0664" y="2596896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15568" y="2743200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6736" y="2743200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does the question need supporting documents?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0664" y="3182112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15568" y="3328416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16736" y="3328416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 → Cortex Search retrieves relevant context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0664" y="3767328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15568" y="3913632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16736" y="3913632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 passed to Cortex Analyst (with Semantic View)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0664" y="4352544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15568" y="4498848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16736" y="4498848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Analyst generates SQL and executes it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0664" y="4937760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15568" y="5084064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16736" y="5084064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to the user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23760" y="1645920"/>
            <a:ext cx="438912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808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5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ROUTES THROUGH THE AGENT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route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→ Cortex Analyst → Semantic View → SQL → Answer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98080" y="3246120"/>
            <a:ext cx="38404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0" y="3383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route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9808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→ Cortex Search → Retrieved Context → Cortex Analyst → Semantic View → SQL → Answer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498080" y="4617720"/>
            <a:ext cx="38404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0" y="4800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converge on the same Semantic View layer — the routing decision only changes how context is gathered before SQL generation.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PART 1 OF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Semantic View — Steps 1–5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55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25880" y="1600200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business requirements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00200" y="198424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“Revenue by Region?” “Sales Trend?” “Customer Growth?”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25880" y="2441448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2514600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business entities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825496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Orders, Products, Sales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25880" y="3282696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3355848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hub entity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366674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table with a 1:M relationship to every child — usually Customer or Order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25880" y="4123944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4197096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4507992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Orders → Order Items → Products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020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25880" y="4965192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00200" y="5038344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dimensions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Region, Category, Month, Salesperson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PART 2 OF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Semantic View — Steps 6–10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70432" y="157276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measures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06440" y="15727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Revenue, Quantity, Profit, Discount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2194560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Create calculated metrics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06440" y="219456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Value, Profit %, Growth %, YoY Revenue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2816352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Semantic View YAML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06440" y="281635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tables · dimensions · measures · relationships · verified_queries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70432" y="3438144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06440" y="34381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YAML syntax, relationship integrity, metric definitions, sample queries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087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70432" y="4059936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Semantic View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06440" y="4059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the agent as a tool and confirm routing works end to 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10195560" cy="0"/>
          </a:xfrm>
          <a:prstGeom prst="line">
            <a:avLst/>
          </a:prstGeom>
          <a:noFill/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928616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9646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            orders, customers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dimensions:        region, category, month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measures:          revenue, quantity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relationships:     customers -&gt; orders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verified_queries:  "revenue by region"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97053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 domain per Semantic View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73368" y="197053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3368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9440" y="16916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across tables &amp; columns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31866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9808" y="31866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290779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measures shared where valid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29077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73368" y="31866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73368" y="31866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290779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Natural business terminology, not raw column names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9808" y="440283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9808" y="4402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4123944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Avoid circular joins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4123944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73368" y="440283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3368" y="4402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0" y="4123944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Minimize unnecessary relationships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561898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808" y="56189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25880" y="5340096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verified queries for top questions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Two Example Questions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4443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“Show revenue by region”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1056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Sales Semantic 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148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Question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73368" y="2468880"/>
            <a:ext cx="4443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policy XYZ mention about discounts?”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3584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41056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Documents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462686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5148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08152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3008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3989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666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398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016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Better governance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16459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Benefits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20840" y="2350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Smaller Semantic Views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308152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20840" y="3008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Better query performance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373989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20840" y="3666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4398264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4398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2084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AI-ready analytics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213055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Semantic View generation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64808" y="213055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4808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1248" y="33009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3300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3044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semantic federation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304495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64808" y="33009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4808" y="3300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3044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Semantic Views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248" y="447141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1248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42153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421538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64808" y="447141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4808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2153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learning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532071510A14F80351FD273B16F66" ma:contentTypeVersion="3" ma:contentTypeDescription="Create a new document." ma:contentTypeScope="" ma:versionID="7c4b47bd3cd72fa2c0ce7d6ccd8e3656">
  <xsd:schema xmlns:xsd="http://www.w3.org/2001/XMLSchema" xmlns:xs="http://www.w3.org/2001/XMLSchema" xmlns:p="http://schemas.microsoft.com/office/2006/metadata/properties" xmlns:ns2="933530f3-4e10-4921-aa0d-6d6486103160" targetNamespace="http://schemas.microsoft.com/office/2006/metadata/properties" ma:root="true" ma:fieldsID="f742f32e32fbaae9a857e0b85cefc6e4" ns2:_="">
    <xsd:import namespace="933530f3-4e10-4921-aa0d-6d64861031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530f3-4e10-4921-aa0d-6d64861031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94638A-0527-4056-9921-8B5C3D0EE58E}"/>
</file>

<file path=customXml/itemProps2.xml><?xml version="1.0" encoding="utf-8"?>
<ds:datastoreItem xmlns:ds="http://schemas.openxmlformats.org/officeDocument/2006/customXml" ds:itemID="{B3936C67-715F-47B9-BD68-4C4A8493A125}"/>
</file>

<file path=customXml/itemProps3.xml><?xml version="1.0" encoding="utf-8"?>
<ds:datastoreItem xmlns:ds="http://schemas.openxmlformats.org/officeDocument/2006/customXml" ds:itemID="{A191E09F-5EB1-424D-91B5-1C51CD62D18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Widescreen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Anand, Ravi E (Accenture)</dc:creator>
  <cp:lastModifiedBy>Anand, Ravi E (Accenture)</cp:lastModifiedBy>
  <cp:revision>1</cp:revision>
  <dcterms:created xsi:type="dcterms:W3CDTF">2026-08-06T13:26:50Z</dcterms:created>
  <dcterms:modified xsi:type="dcterms:W3CDTF">2026-08-06T13:27:31Z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0x010100180532071510A14F80351FD273B16F66</vt:lpwstr>
  </property>
</Properties>
</file>